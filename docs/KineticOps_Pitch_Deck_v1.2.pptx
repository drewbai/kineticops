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42" d="100"/>
          <a:sy n="42" d="100"/>
        </p:scale>
        <p:origin x="2630" y="11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163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KineticOps is a lightweight, resilient AI triage loop designed for fast, judge-friendly demonstration. It delivers clarity from operational noise in under a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core issue is cognitive overload. Too much noise, not enough clarity, and no time to integrate complex AI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 universal problem with a universal pattern: structured events that AI can classify quickly and reliably.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KineticOps guarantees a working demo regardless of teammate skill or environment. It’s built for reliability.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timing is ideal: AI is accessible, and hackathon scoring favors clear, impactful AI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simplest, clearest demonstration of AI value: instant classification and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demo is intentionally short and deterministic to maximize clarity and minimize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architecture is modular and resilient, with a clear flow from ingest to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Model choice prioritizes speed, reliability, and offline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design ensures the project succeeds even if everything else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technical design is clean, modular, and easy for judges to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impact is immediate and easy to understand — ideal for hackathon judging.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roadmap shows clear potential without overpromising.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End cleanly, confidently, and visually consistent.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FFFF"/>
                </a:solidFill>
              </a:rPr>
              <a:t>KineticOps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4396973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00FFFF"/>
                </a:solidFill>
              </a:defRPr>
            </a:pPr>
            <a:r>
              <a:rPr dirty="0"/>
              <a:t>Real-time AI triage for operational chaos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rPr dirty="0"/>
              <a:t>Solo-safe, resilient, judge-ready MVP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rPr dirty="0"/>
              <a:t>Hack</a:t>
            </a:r>
            <a:r>
              <a:rPr lang="en-US" dirty="0"/>
              <a:t>-</a:t>
            </a:r>
            <a:r>
              <a:rPr dirty="0"/>
              <a:t>AI</a:t>
            </a:r>
            <a:r>
              <a:rPr lang="en-US" dirty="0"/>
              <a:t>-</a:t>
            </a:r>
            <a:r>
              <a:rPr lang="en-US" dirty="0" err="1"/>
              <a:t>a</a:t>
            </a:r>
            <a:r>
              <a:rPr dirty="0" err="1"/>
              <a:t>thon</a:t>
            </a:r>
            <a:r>
              <a:rPr dirty="0"/>
              <a:t>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BFFE8B-1DD4-E95D-7CAB-70BDD4057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162" y="2478024"/>
            <a:ext cx="2615830" cy="26158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FFFF"/>
                </a:solidFill>
              </a:rPr>
              <a:t>The Problem - Operational Overload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00FFFF"/>
                </a:solidFill>
              </a:defRPr>
            </a:pPr>
            <a:r>
              <a:t>Teams drown in alerts, logs, and noise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Human triage is slow and inconsistent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Incidents escalate before root cause is known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AI tools require heavy integration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Hackathon teams struggle with signal vs. noise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FFFF"/>
                </a:solidFill>
              </a:rP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4256422" cy="19082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00FFFF"/>
                </a:solidFill>
              </a:defRPr>
            </a:pPr>
            <a:r>
              <a:rPr dirty="0"/>
              <a:t>Every system emits events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rPr dirty="0"/>
              <a:t>Events have structure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rPr dirty="0"/>
              <a:t>AI can classify and route instantly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rPr dirty="0"/>
              <a:t>Lightweight triage transforms response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FFFF"/>
                </a:solidFill>
              </a:rPr>
              <a:t>The Solution - KineticOps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475488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000">
                <a:solidFill>
                  <a:srgbClr val="00FFFF"/>
                </a:solidFill>
              </a:defRPr>
            </a:pPr>
            <a:r>
              <a:t>Minimal, resilient AI loop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Classifies events in real time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Zero-dependency, solo-safe architecture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Uses TinyLlama / DistilBERT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Outputs priority, category, 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7929F6-337B-0EC0-33E6-A4AFBFAEB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730" y="1417638"/>
            <a:ext cx="2733982" cy="49191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FFFF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3251146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00FFFF"/>
                </a:solidFill>
              </a:defRPr>
            </a:pPr>
            <a:r>
              <a:rPr dirty="0"/>
              <a:t>AI inference is lightweight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rPr dirty="0"/>
              <a:t>Operational noise is universa</a:t>
            </a:r>
            <a:r>
              <a:rPr lang="en-US" dirty="0"/>
              <a:t>l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FFFF"/>
                </a:solidFill>
              </a:rPr>
              <a:t>Use Case - Real-Time Event Triage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00FFFF"/>
                </a:solidFill>
              </a:defRPr>
            </a:pPr>
            <a:r>
              <a:t>Input: raw events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AI classifies severity and type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Routes to correct action path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Humans see only what matters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Faster response, less noise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>
                <a:solidFill>
                  <a:srgbClr val="00FFFF"/>
                </a:solidFill>
              </a:rPr>
              <a:t>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00FFFF"/>
                </a:solidFill>
              </a:defRPr>
            </a:pPr>
            <a:r>
              <a:t>Start with mixed event stream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Show real-time classification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Highlight priority routing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Show recommended actions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End with triage summary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FFFF"/>
                </a:solidFill>
              </a:rP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00FFFF"/>
                </a:solidFill>
              </a:defRPr>
            </a:pPr>
            <a:r>
              <a:t>Event Ingest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Pre-processing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HF Model Inference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Classification Output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Routing Engine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UI/CLI Output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Solo-safe fallback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FFFF"/>
                </a:solidFill>
              </a:rPr>
              <a:t>AI Model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00FFFF"/>
                </a:solidFill>
              </a:defRPr>
            </a:pPr>
            <a:r>
              <a:t>TinyLlama / DistilBERT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Fast inference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Fine-tuned classification head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Optimized for short text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No cloud dependency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FFFF"/>
                </a:solidFill>
              </a:rPr>
              <a:t>Resilience &amp; Solo-Safe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6652" y="1371600"/>
            <a:ext cx="2925288" cy="19082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00FFFF"/>
                </a:solidFill>
              </a:defRPr>
            </a:pPr>
            <a:r>
              <a:rPr dirty="0"/>
              <a:t>No external APIs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rPr dirty="0"/>
              <a:t>No network dependencies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rPr dirty="0"/>
              <a:t>Deterministic fallback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rPr dirty="0"/>
              <a:t>Runs anywhere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FFFF"/>
                </a:solidFill>
              </a:rPr>
              <a:t>Technical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00FFFF"/>
                </a:solidFill>
              </a:defRPr>
            </a:pPr>
            <a:r>
              <a:t>Modular Python pipeline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Ingest → classify → route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Configurable schemas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Lightweight logging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Neon-accented CLI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FFFF"/>
                </a:solidFill>
              </a:rP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00FFFF"/>
                </a:solidFill>
              </a:defRPr>
            </a:pPr>
            <a:r>
              <a:t>Cuts noise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Reduces cognitive load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Faster response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Instant AI value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Works in any environment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FFFF"/>
                </a:solidFill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00FFFF"/>
                </a:solidFill>
              </a:defRPr>
            </a:pPr>
            <a:r>
              <a:t>Multi-model ensemble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Web dashboard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Plugin system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FluxOps integration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Optional cloud inference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FFFF"/>
                </a:solidFill>
              </a:rPr>
              <a:t>Thank You!</a:t>
            </a:r>
            <a:endParaRPr sz="3600" b="1" dirty="0">
              <a:solidFill>
                <a:srgbClr val="00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4369914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00FFFF"/>
                </a:solidFill>
              </a:defRPr>
            </a:pPr>
            <a:r>
              <a:rPr dirty="0"/>
              <a:t>Real-time clarity from operational chaos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B293C9-DCDA-6C7D-E152-152742818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9484" y="2356484"/>
            <a:ext cx="4501515" cy="45015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490</Words>
  <Application>Microsoft Office PowerPoint</Application>
  <PresentationFormat>On-screen Show (4:3)</PresentationFormat>
  <Paragraphs>103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KineticOps</vt:lpstr>
      <vt:lpstr>The Problem - Operational Overload</vt:lpstr>
      <vt:lpstr>The Opportunity</vt:lpstr>
      <vt:lpstr>The Solution - KineticOps</vt:lpstr>
      <vt:lpstr>Why Now</vt:lpstr>
      <vt:lpstr>Use Case - Real-Time Event Triage</vt:lpstr>
      <vt:lpstr>Demo Flow</vt:lpstr>
      <vt:lpstr>Architecture Overview</vt:lpstr>
      <vt:lpstr>AI Model Choice</vt:lpstr>
      <vt:lpstr>Resilience &amp; Solo-Safe Design</vt:lpstr>
      <vt:lpstr>Technical Highlights</vt:lpstr>
      <vt:lpstr>Impact</vt:lpstr>
      <vt:lpstr>Roadmap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Drew Baird</cp:lastModifiedBy>
  <cp:revision>2</cp:revision>
  <dcterms:created xsi:type="dcterms:W3CDTF">2013-01-27T09:14:16Z</dcterms:created>
  <dcterms:modified xsi:type="dcterms:W3CDTF">2026-02-15T20:20:33Z</dcterms:modified>
  <cp:category/>
</cp:coreProperties>
</file>